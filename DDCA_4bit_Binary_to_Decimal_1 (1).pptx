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DDCA  ·  DIGITAL LOGIC PROJECT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37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of a 4-Bit </a:t>
            </a:r>
            <a:pPr indent="0" marL="0">
              <a:lnSpc>
                <a:spcPct val="114000"/>
              </a:lnSpc>
              <a:buNone/>
            </a:pPr>
            <a:r>
              <a:rPr lang="en-US" sz="3700" b="1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Binary-to-Decimal</a:t>
            </a:r>
            <a:pPr indent="0" marL="0">
              <a:lnSpc>
                <a:spcPct val="114000"/>
              </a:lnSpc>
              <a:buNone/>
            </a:pPr>
            <a:r>
              <a:rPr lang="en-US" sz="37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Conversion &amp; Display System Using Logic Gates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combinational-logic system that reads a 4-bit binary value and displays its decimal — and, above 9, hexadecimal — equivalent on a digit display, designed and verified in Logisim.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37083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6268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Design &amp; Computer Architecture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64608" y="437083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46268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R Rahul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16368" y="43708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516368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5349240"/>
            <a:ext cx="1746504" cy="777240"/>
          </a:xfrm>
          <a:prstGeom prst="roundRect">
            <a:avLst>
              <a:gd name="adj" fmla="val 10588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5431536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Guntaka Rishika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574243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2620030103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41448" y="5349240"/>
            <a:ext cx="1655064" cy="777240"/>
          </a:xfrm>
          <a:prstGeom prst="roundRect">
            <a:avLst>
              <a:gd name="adj" fmla="val 10588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87752" y="5431536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Eaga Bhavyansh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87752" y="5742432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2620030142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24528" y="5349240"/>
            <a:ext cx="1655064" cy="777240"/>
          </a:xfrm>
          <a:prstGeom prst="roundRect">
            <a:avLst>
              <a:gd name="adj" fmla="val 10588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70832" y="5431536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Keta Pravalika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70832" y="5742432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2620030144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07608" y="5349240"/>
            <a:ext cx="2295144" cy="777240"/>
          </a:xfrm>
          <a:prstGeom prst="roundRect">
            <a:avLst>
              <a:gd name="adj" fmla="val 10588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53912" y="5431536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Kadiyam Jai Siva Sai Sri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53912" y="57424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2620030145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0" y="13716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0" b="1" spc="-600" kern="0" dirty="0">
                <a:solidFill>
                  <a:srgbClr val="121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250" spc="200" kern="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system needs to 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9844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design problem this project solves.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implement a 4-bit binary-to-decimal conversion and display system using digital logic gates.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971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9718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a 4-bit binary input.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483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34838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the input using combinational logic.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9959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39959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binary input into its corresponding decimal representation.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507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450799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the result on a digit display.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0200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502005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Correctly handle all 16 possible 4-bit input combinations.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60920" y="1783080"/>
            <a:ext cx="4251960" cy="4434840"/>
          </a:xfrm>
          <a:prstGeom prst="roundRect">
            <a:avLst>
              <a:gd name="adj" fmla="val 1935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60920" y="21488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12964" y="2651760"/>
            <a:ext cx="777240" cy="914400"/>
          </a:xfrm>
          <a:prstGeom prst="roundRect">
            <a:avLst>
              <a:gd name="adj" fmla="val 10588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12964" y="265176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8636508" y="2651760"/>
            <a:ext cx="777240" cy="914400"/>
          </a:xfrm>
          <a:prstGeom prst="roundRect">
            <a:avLst>
              <a:gd name="adj" fmla="val 10588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36508" y="265176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9560052" y="2651760"/>
            <a:ext cx="777240" cy="914400"/>
          </a:xfrm>
          <a:prstGeom prst="roundRect">
            <a:avLst>
              <a:gd name="adj" fmla="val 10588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60052" y="265176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10483596" y="2651760"/>
            <a:ext cx="777240" cy="914400"/>
          </a:xfrm>
          <a:prstGeom prst="roundRect">
            <a:avLst>
              <a:gd name="adj" fmla="val 10588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83596" y="265176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7490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938260" y="4251960"/>
            <a:ext cx="1097280" cy="1234440"/>
          </a:xfrm>
          <a:prstGeom prst="roundRect">
            <a:avLst>
              <a:gd name="adj" fmla="val 10000"/>
            </a:avLst>
          </a:prstGeom>
          <a:solidFill>
            <a:srgbClr val="3C1C14"/>
          </a:solidFill>
          <a:ln w="15875">
            <a:solidFill>
              <a:srgbClr val="FF6A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38260" y="4251960"/>
            <a:ext cx="1097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50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57150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 0101   →   DECIMAL 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0" y="13716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0" b="1" spc="-600" kern="0" dirty="0">
                <a:solidFill>
                  <a:srgbClr val="121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250" spc="200" kern="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project sets out to learn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learning goals guiding the design and build.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020824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1854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209397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→ decimal conversion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4688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digital logic maps binary to decimal.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73368" y="2020824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4536" y="21854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74536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209397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Combinational design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59168" y="24688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depends only on current inputs.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36027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52728" y="35112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→ gates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388620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expressions realised as logic gates.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73368" y="3438144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4536" y="36027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74536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35112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 display decoding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388620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4-bit code drives a visible digit.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855464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5020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52728" y="49286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K-map simplification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252728" y="53035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Minimising decoding logic with K-maps.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73368" y="4855464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74536" y="5020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74536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49286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&amp; verify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059168" y="53035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test the circuit in Logisim.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0" y="13716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0" b="1" spc="-600" kern="0" dirty="0">
                <a:solidFill>
                  <a:srgbClr val="121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250" spc="200" kern="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OVERVIEW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Theory, and what we actually built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2⁴ = 16 possible inputs, ranging from 0000 to 1111.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20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THEORY — HOW A DECODER IS DESIGNED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5394960" cy="0"/>
          </a:xfrm>
          <a:prstGeom prst="line">
            <a:avLst/>
          </a:prstGeom>
          <a:noFill/>
          <a:ln w="12700">
            <a:solidFill>
              <a:srgbClr val="242E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670048"/>
            <a:ext cx="118872" cy="118872"/>
          </a:xfrm>
          <a:prstGeom prst="ellipse">
            <a:avLst/>
          </a:prstGeom>
          <a:solidFill>
            <a:srgbClr val="3FDB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7824" y="25328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input  A B C 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" y="2788920"/>
            <a:ext cx="0" cy="384048"/>
          </a:xfrm>
          <a:prstGeom prst="line">
            <a:avLst/>
          </a:prstGeom>
          <a:noFill/>
          <a:ln w="12700">
            <a:solidFill>
              <a:srgbClr val="242E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310128"/>
            <a:ext cx="118872" cy="118872"/>
          </a:xfrm>
          <a:prstGeom prst="ellipse">
            <a:avLst/>
          </a:prstGeom>
          <a:solidFill>
            <a:srgbClr val="3FDB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317296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 table  (16 rows)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" y="3429000"/>
            <a:ext cx="0" cy="384048"/>
          </a:xfrm>
          <a:prstGeom prst="line">
            <a:avLst/>
          </a:prstGeom>
          <a:noFill/>
          <a:ln w="12700">
            <a:solidFill>
              <a:srgbClr val="242E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950208"/>
            <a:ext cx="118872" cy="118872"/>
          </a:xfrm>
          <a:prstGeom prst="ellipse">
            <a:avLst/>
          </a:prstGeom>
          <a:solidFill>
            <a:srgbClr val="3FDB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7824" y="38130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expression per segment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" y="4069080"/>
            <a:ext cx="0" cy="384048"/>
          </a:xfrm>
          <a:prstGeom prst="line">
            <a:avLst/>
          </a:prstGeom>
          <a:noFill/>
          <a:ln w="12700">
            <a:solidFill>
              <a:srgbClr val="242E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590288"/>
            <a:ext cx="118872" cy="118872"/>
          </a:xfrm>
          <a:prstGeom prst="ellipse">
            <a:avLst/>
          </a:prstGeom>
          <a:solidFill>
            <a:srgbClr val="3FDB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7824" y="445312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K-map simplification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" y="4709160"/>
            <a:ext cx="0" cy="384048"/>
          </a:xfrm>
          <a:prstGeom prst="line">
            <a:avLst/>
          </a:prstGeom>
          <a:noFill/>
          <a:ln w="12700">
            <a:solidFill>
              <a:srgbClr val="242E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5230368"/>
            <a:ext cx="118872" cy="118872"/>
          </a:xfrm>
          <a:prstGeom prst="ellipse">
            <a:avLst/>
          </a:prstGeom>
          <a:solidFill>
            <a:srgbClr val="3FDB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7824" y="509320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/ OR / NOT gates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6364" y="5349240"/>
            <a:ext cx="0" cy="384048"/>
          </a:xfrm>
          <a:prstGeom prst="line">
            <a:avLst/>
          </a:prstGeom>
          <a:noFill/>
          <a:ln w="12700">
            <a:solidFill>
              <a:srgbClr val="242E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5870448"/>
            <a:ext cx="118872" cy="118872"/>
          </a:xfrm>
          <a:prstGeom prst="ellipse">
            <a:avLst/>
          </a:prstGeom>
          <a:solidFill>
            <a:srgbClr val="3FDB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7824" y="57332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segments light up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373368" y="1920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BUILD — INSIDE LOGISIM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73368" y="2286000"/>
            <a:ext cx="5394960" cy="0"/>
          </a:xfrm>
          <a:prstGeom prst="line">
            <a:avLst/>
          </a:prstGeom>
          <a:noFill/>
          <a:ln w="12700">
            <a:solidFill>
              <a:srgbClr val="242E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2670048"/>
            <a:ext cx="118872" cy="118872"/>
          </a:xfrm>
          <a:prstGeom prst="ellipse">
            <a:avLst/>
          </a:prstGeom>
          <a:solidFill>
            <a:srgbClr val="FF6A4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84264" y="25328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Input Pins  A B C D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32804" y="2788920"/>
            <a:ext cx="0" cy="384048"/>
          </a:xfrm>
          <a:prstGeom prst="line">
            <a:avLst/>
          </a:prstGeom>
          <a:noFill/>
          <a:ln w="12700">
            <a:solidFill>
              <a:srgbClr val="242E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3368" y="3310128"/>
            <a:ext cx="118872" cy="118872"/>
          </a:xfrm>
          <a:prstGeom prst="ellipse">
            <a:avLst/>
          </a:prstGeom>
          <a:solidFill>
            <a:srgbClr val="FF6A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84264" y="317296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  (Fan Out 4, Width 4)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432804" y="3429000"/>
            <a:ext cx="0" cy="384048"/>
          </a:xfrm>
          <a:prstGeom prst="line">
            <a:avLst/>
          </a:prstGeom>
          <a:noFill/>
          <a:ln w="12700">
            <a:solidFill>
              <a:srgbClr val="242E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3368" y="3950208"/>
            <a:ext cx="118872" cy="118872"/>
          </a:xfrm>
          <a:prstGeom prst="ellipse">
            <a:avLst/>
          </a:prstGeom>
          <a:solidFill>
            <a:srgbClr val="FF6A4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84264" y="38130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4-bit bus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432804" y="4069080"/>
            <a:ext cx="0" cy="384048"/>
          </a:xfrm>
          <a:prstGeom prst="line">
            <a:avLst/>
          </a:prstGeom>
          <a:noFill/>
          <a:ln w="12700">
            <a:solidFill>
              <a:srgbClr val="242E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3368" y="4590288"/>
            <a:ext cx="118872" cy="118872"/>
          </a:xfrm>
          <a:prstGeom prst="ellipse">
            <a:avLst/>
          </a:prstGeom>
          <a:solidFill>
            <a:srgbClr val="FF6A4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684264" y="445312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 Digit Display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432804" y="4709160"/>
            <a:ext cx="0" cy="384048"/>
          </a:xfrm>
          <a:prstGeom prst="line">
            <a:avLst/>
          </a:prstGeom>
          <a:noFill/>
          <a:ln w="12700">
            <a:solidFill>
              <a:srgbClr val="242E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3368" y="5230368"/>
            <a:ext cx="118872" cy="118872"/>
          </a:xfrm>
          <a:prstGeom prst="ellipse">
            <a:avLst/>
          </a:prstGeom>
          <a:solidFill>
            <a:srgbClr val="FF6A4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684264" y="509320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(0–9) / Hex (A–F) shown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566928" y="6080760"/>
            <a:ext cx="18288" cy="621792"/>
          </a:xfrm>
          <a:prstGeom prst="line">
            <a:avLst/>
          </a:prstGeom>
          <a:noFill/>
          <a:ln w="31750">
            <a:solidFill>
              <a:srgbClr val="FF6A4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9808" y="601675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— the Hex Digit Display does this decoding internally. We use it as a verified, ready-made block instead of wiring ~20 gates by hand.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0" y="13716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0" b="1" spc="-600" kern="0" dirty="0">
                <a:solidFill>
                  <a:srgbClr val="121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250" spc="200" kern="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TRUTH TABLE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16 input combinations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9844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binary input and its decimal / displayed value.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4937760" cy="45720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2011680"/>
              </a:tblGrid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C6A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C6A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C6A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C6A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C6A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DB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DB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DB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DB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DB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DB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DB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DB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DB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DB9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→ 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 →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→ 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 → 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 → 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</a:tr>
              <a:tr h="2688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 → 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1C1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96596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2103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0–9 map directly to the ten decimal digits.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324612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3383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10–15 show as hex A–F — we use a single Hex Digit Display, so two decimal digits aren't possible.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4526280"/>
            <a:ext cx="5120640" cy="1280160"/>
          </a:xfrm>
          <a:prstGeom prst="roundRect">
            <a:avLst>
              <a:gd name="adj" fmla="val 6429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0" y="4690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5029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  →  </a:t>
            </a:r>
            <a:pPr indent="0" marL="0">
              <a:buNone/>
            </a:pPr>
            <a:r>
              <a:rPr lang="en-US" sz="1900" b="1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(decimal 10)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0" y="13716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0" b="1" spc="-600" kern="0" dirty="0">
                <a:solidFill>
                  <a:srgbClr val="121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</a:t>
            </a:r>
            <a:pPr indent="0" marL="0">
              <a:buNone/>
            </a:pPr>
            <a:r>
              <a:rPr lang="en-US" sz="1250" spc="200" kern="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&amp; METHODOLOGY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circuit was built, step by step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procedure followed in Logisim.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29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 USED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377440"/>
            <a:ext cx="4206240" cy="685800"/>
          </a:xfrm>
          <a:prstGeom prst="roundRect">
            <a:avLst>
              <a:gd name="adj" fmla="val 12000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37744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4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23774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200400"/>
            <a:ext cx="4206240" cy="685800"/>
          </a:xfrm>
          <a:prstGeom prst="roundRect">
            <a:avLst>
              <a:gd name="adj" fmla="val 12000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20040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44168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32004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023360"/>
            <a:ext cx="4206240" cy="685800"/>
          </a:xfrm>
          <a:prstGeom prst="roundRect">
            <a:avLst>
              <a:gd name="adj" fmla="val 12000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0233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44168" y="4023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 Digit Display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355848" y="40233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983480"/>
            <a:ext cx="4206240" cy="960120"/>
          </a:xfrm>
          <a:prstGeom prst="roundRect">
            <a:avLst>
              <a:gd name="adj" fmla="val 8571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5120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B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components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 — the Hex Digit Display does all the decoding work internally.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2029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2377440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13248" y="2377440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Logisim, create a new circuit.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74920" y="279349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13248" y="2793492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4 Input Pins vertically: A (MSB) at top, D (LSB) at bottom.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3209544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13248" y="3209544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Splitter; set Fan Out = 4, Bit Width In = 4.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3625596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13248" y="3625596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all 4 Input Pins to the Splitter's inputs.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4041648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13248" y="4041648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 Hex Digit Display.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4457700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13248" y="4457700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the Splitter's output to the display.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074920" y="487375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13248" y="4873752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circuit.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074920" y="5289804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413248" y="5289804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Poke Tool to toggle each pin 0 / 1.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074920" y="5705856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413248" y="5705856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Observe: 0000–1001 → 0–9, 1010–1111 → A–F.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0" y="13716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0" b="1" spc="-600" kern="0" dirty="0">
                <a:solidFill>
                  <a:srgbClr val="121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</a:t>
            </a:r>
            <a:pPr indent="0" marL="0">
              <a:buNone/>
            </a:pPr>
            <a:r>
              <a:rPr lang="en-US" sz="1250" spc="200" kern="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 GATE DESIGN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logic inside the display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9844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Hex Digit Display is doing on our behalf.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2494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 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60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 + C + BD + B'D'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" y="3291840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438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 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749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B' + C'D' + CD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4480560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SEGMENTS C–G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4937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derived the same way, per segment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148840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 display lights segments </a:t>
            </a:r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a–g</a:t>
            </a:r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based on A, B, C, D. Each segment is a Boolean function, found via a truth table and minimised with a K-map.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806440" y="3749040"/>
            <a:ext cx="5806440" cy="1737360"/>
          </a:xfrm>
          <a:prstGeom prst="roundRect">
            <a:avLst>
              <a:gd name="adj" fmla="val 4737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3749040"/>
            <a:ext cx="27432" cy="1737360"/>
          </a:xfrm>
          <a:prstGeom prst="line">
            <a:avLst/>
          </a:prstGeom>
          <a:noFill/>
          <a:ln w="38100">
            <a:solidFill>
              <a:srgbClr val="FF6A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37490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Hex Digit Display performs exactly this internally — extended to A–F — so we use it directly instead of ~20 hand-wired gates.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0" y="13716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0" b="1" spc="-600" kern="0" dirty="0">
                <a:solidFill>
                  <a:srgbClr val="121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6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</a:t>
            </a:r>
            <a:pPr indent="0" marL="0">
              <a:buNone/>
            </a:pPr>
            <a:r>
              <a:rPr lang="en-US" sz="1250" spc="200" kern="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LOGISIM SIMULATION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circuit, built and simulated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9844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 of the circuit in Logisim, all inputs at 0.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63093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circu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011680"/>
            <a:ext cx="6035040" cy="3785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78040" y="1874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CIRCUIT CONTAINS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78040" y="2240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7804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18541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Pins, each togglable 0 / 1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178040" y="2953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7804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289864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 (Fan Out 4, Width 4) merging the bits into one bus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178040" y="36667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C1C14"/>
          </a:solidFill>
          <a:ln w="15875">
            <a:solidFill>
              <a:srgbClr val="FF6A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7804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36118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 Digit Display showing the live result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178040" y="4434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4736592"/>
          <a:ext cx="4480560" cy="169164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6A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C6A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OUTPUT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9AA7C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6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8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0" y="13716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0" b="1" spc="-600" kern="0" dirty="0">
                <a:solidFill>
                  <a:srgbClr val="121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6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</a:t>
            </a:r>
            <a:pPr indent="0" marL="0">
              <a:buNone/>
            </a:pPr>
            <a:r>
              <a:rPr lang="en-US" sz="1250" spc="200" kern="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&amp; VERIFICATION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works, across every input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9844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for all 16 combinations using the Poke Tool.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860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D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2860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a 4-bit input from 4 switches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6207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D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86207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the bits into one bus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43814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D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343814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decodes and shows the result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01421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D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401421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0–9 for inputs 0000–1001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5902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D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459028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A–F for inputs 1010–1111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1663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D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516636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across all 16 combinations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286000"/>
            <a:ext cx="5257800" cy="868680"/>
          </a:xfrm>
          <a:prstGeom prst="roundRect">
            <a:avLst>
              <a:gd name="adj" fmla="val 9474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22860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22860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2286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decimal, correct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291840"/>
            <a:ext cx="5257800" cy="868680"/>
          </a:xfrm>
          <a:prstGeom prst="roundRect">
            <a:avLst>
              <a:gd name="adj" fmla="val 9474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32918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329184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32918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decimal, correct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297680"/>
            <a:ext cx="5257800" cy="868680"/>
          </a:xfrm>
          <a:prstGeom prst="roundRect">
            <a:avLst>
              <a:gd name="adj" fmla="val 9474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42976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42976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4297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10, shown as hex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5303520"/>
            <a:ext cx="5257800" cy="868680"/>
          </a:xfrm>
          <a:prstGeom prst="roundRect">
            <a:avLst>
              <a:gd name="adj" fmla="val 9474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0" y="53035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53035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9098280" y="53035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15, shown as hex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0" y="13716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0" b="1" spc="-600" kern="0" dirty="0">
                <a:solidFill>
                  <a:srgbClr val="121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6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</a:t>
            </a:r>
            <a:pPr indent="0" marL="0">
              <a:buNone/>
            </a:pPr>
            <a:r>
              <a:rPr lang="en-US" sz="1250" spc="200" kern="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repository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9844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organised for submission and reuse.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182036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14884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4-bit-Binary-to-Decimal-Display/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Logisim/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binary_to_hex_display.circ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Documentation/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Problem_Statement.pdf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Methodology.pdf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Truth_Table.pdf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Images/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Logisim_Circuit.png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Demo/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AA7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Demo_Video_Link.txt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 CONTAINS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20840" y="2679192"/>
            <a:ext cx="4937760" cy="0"/>
          </a:xfrm>
          <a:prstGeom prst="line">
            <a:avLst/>
          </a:prstGeom>
          <a:noFill/>
          <a:ln w="9525">
            <a:solidFill>
              <a:srgbClr val="242E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23317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problem statement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20840" y="3099816"/>
            <a:ext cx="4937760" cy="0"/>
          </a:xfrm>
          <a:prstGeom prst="line">
            <a:avLst/>
          </a:prstGeom>
          <a:noFill/>
          <a:ln w="9525">
            <a:solidFill>
              <a:srgbClr val="242E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0840" y="275234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20840" y="3520440"/>
            <a:ext cx="4937760" cy="0"/>
          </a:xfrm>
          <a:prstGeom prst="line">
            <a:avLst/>
          </a:prstGeom>
          <a:noFill/>
          <a:ln w="9525">
            <a:solidFill>
              <a:srgbClr val="24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31729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3941064"/>
            <a:ext cx="4937760" cy="0"/>
          </a:xfrm>
          <a:prstGeom prst="line">
            <a:avLst/>
          </a:prstGeom>
          <a:noFill/>
          <a:ln w="9525">
            <a:solidFill>
              <a:srgbClr val="242E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35935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diagram &amp; truth table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0840" y="4361688"/>
            <a:ext cx="4937760" cy="0"/>
          </a:xfrm>
          <a:prstGeom prst="line">
            <a:avLst/>
          </a:prstGeom>
          <a:noFill/>
          <a:ln w="9525">
            <a:solidFill>
              <a:srgbClr val="242E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40142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Logisim simulation &amp; results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20840" y="4782312"/>
            <a:ext cx="4937760" cy="0"/>
          </a:xfrm>
          <a:prstGeom prst="line">
            <a:avLst/>
          </a:prstGeom>
          <a:noFill/>
          <a:ln w="9525">
            <a:solidFill>
              <a:srgbClr val="24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44348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0840" y="5202936"/>
            <a:ext cx="4937760" cy="0"/>
          </a:xfrm>
          <a:prstGeom prst="line">
            <a:avLst/>
          </a:prstGeom>
          <a:noFill/>
          <a:ln w="9525">
            <a:solidFill>
              <a:srgbClr val="242E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48554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20840" y="5458968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3C1C14"/>
          </a:solidFill>
          <a:ln w="9525">
            <a:solidFill>
              <a:srgbClr val="FF6A45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720840" y="54589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B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Link: [Add your repository link here]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0" y="13716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0" b="1" spc="-600" kern="0" dirty="0">
                <a:solidFill>
                  <a:srgbClr val="121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buNone/>
            </a:pPr>
            <a:r>
              <a:rPr lang="en-US" sz="1250" spc="200" kern="0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887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5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4-bit binary value, converted and displayed as its </a:t>
            </a:r>
            <a:pPr indent="0" marL="0">
              <a:lnSpc>
                <a:spcPct val="135000"/>
              </a:lnSpc>
              <a:buNone/>
            </a:pPr>
            <a:r>
              <a:rPr lang="en-US" sz="2500" b="1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35000"/>
              </a:lnSpc>
              <a:buNone/>
            </a:pPr>
            <a:r>
              <a:rPr lang="en-US" sz="25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or </a:t>
            </a:r>
            <a:pPr indent="0" marL="0">
              <a:lnSpc>
                <a:spcPct val="135000"/>
              </a:lnSpc>
              <a:buNone/>
            </a:pPr>
            <a:r>
              <a:rPr lang="en-US" sz="2500" b="1" dirty="0">
                <a:solidFill>
                  <a:srgbClr val="FF6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hexadecimal</a:t>
            </a:r>
            <a:pPr indent="0" marL="0">
              <a:lnSpc>
                <a:spcPct val="135000"/>
              </a:lnSpc>
              <a:buNone/>
            </a:pPr>
            <a:r>
              <a:rPr lang="en-US" sz="2500" b="1" dirty="0">
                <a:solidFill>
                  <a:srgbClr val="E9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equivalent, using combinational logic verified end-to-end in Logisim.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361188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3822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4279392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Input Pins, a Splitter, and a Hex Digit Display.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38144" y="361188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3822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9312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4279392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display runs the same decoding logic studied in our objectives.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61188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3822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0528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4279392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the full workflow: problem → truth table → simulation.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80576" y="361188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121828"/>
          </a:solidFill>
          <a:ln w="12700">
            <a:solidFill>
              <a:srgbClr val="242E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81744" y="3822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73C30"/>
          </a:solidFill>
          <a:ln w="15875">
            <a:solidFill>
              <a:srgbClr val="3FDB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81744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D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381744" y="4279392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correct across all 16 possible inputs.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— GUNTAKA RISHIKA · EAGA BHAVYANSH · KETA PRAVALIKA · KADIYAM JAI SIVA SAI SRI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2026-08-27T06:50:08Z</dcterms:created>
  <dcterms:modified xsi:type="dcterms:W3CDTF">2026-08-27T06:50:08Z</dcterms:modified>
</cp:coreProperties>
</file>